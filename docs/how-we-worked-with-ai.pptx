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0ae3c82-67cb-bde9-72da-98d8b8d58127}">
          <p14:sldIdLst>
            <p14:sldId id="256"/>
            <p14:sldId id="257"/>
            <p14:sldId id="258"/>
            <p14:sldId id="259"/>
          </p14:sldIdLst>
        </p14:section>
        <p14:section name="Feedback rounds" id="{c9397dfc-0010-b620-ce01-026856b99fbd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hecking the AI" id="{043a00e2-407c-b9bf-52ea-5b8d0feeeb33}">
          <p14:sldIdLst>
            <p14:sldId id="267"/>
            <p14:sldId id="268"/>
            <p14:sldId id="269"/>
            <p14:sldId id="270"/>
          </p14:sldIdLst>
        </p14:section>
        <p14:section name="Team in pictures" id="{1424b843-cd38-aac3-d538-b6cd7e4af5a7}">
          <p14:sldIdLst>
            <p14:sldId id="271"/>
            <p14:sldId id="272"/>
            <p14:sldId id="273"/>
            <p14:sldId id="274"/>
          </p14:sldIdLst>
        </p14:section>
        <p14:section name="Closing" id="{c6a41c95-b7c9-544d-62d4-534353eca32b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"[names]" with the team. Photo frames: right-click the dashed frame &gt; Format Shape &gt; Fill &gt; Picture or texture fill &gt; Insert, then delete the "+ Add photo"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names and roles. Add or delete team rows as needed (each row is a card, a photo frame and a text box).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4 (online Q&amp;A) is left for you to fill in: we have no record of what was discussed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that these points are the ones from the first round, and edit if some came from the organisers' briefing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no notes from the online Q&amp;A. Fill in what was asked and heard. The listed changes happened around this time; keep them here only if they came from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Spare photo slide: duplicate it for more photos, or delete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dark)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309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dark)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65176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2"/>
                </a:solidFill>
              </a:rPr>
              <a:t>Section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this part shows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Title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 Control Room  ·  How we worked with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How we worked with AI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Bahn Control Room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Aaltoes Prompt Operations Hackathon  ·  24–25 Oct 2026</a:t>
            </a:r>
            <a:endParaRPr lang="en-US" sz="1800" dirty="0"/>
          </a:p>
        </p:txBody>
      </p:sp>
      <p:sp>
        <p:nvSpPr>
          <p:cNvPr id="4" name="Team names"/>
          <p:cNvSpPr txBox="1"/>
          <p:nvPr/>
        </p:nvSpPr>
        <p:spPr>
          <a:xfrm>
            <a:off x="640080" y="5303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Team: [names]</a:t>
            </a:r>
            <a:endParaRPr lang="en-US" sz="1400" dirty="0"/>
          </a:p>
        </p:txBody>
      </p:sp>
      <p:sp>
        <p:nvSpPr>
          <p:cNvPr id="5" name="Photo: Team photo"/>
          <p:cNvSpPr/>
          <p:nvPr/>
        </p:nvSpPr>
        <p:spPr>
          <a:xfrm>
            <a:off x="7315200" y="822960"/>
            <a:ext cx="4206240" cy="52120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6" name="Photo label: Team photo"/>
          <p:cNvSpPr txBox="1"/>
          <p:nvPr/>
        </p:nvSpPr>
        <p:spPr>
          <a:xfrm>
            <a:off x="7498080" y="3017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 photo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short version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AI built and checked the tool. Bahn and the judges told us what was true and what mattered.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27432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feedback rounds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in-person Q&amp;As with Bahn, 2 video demos, 1 online Q&amp;A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606040" cy="27432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2331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14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questions to Bahn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0233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their answers rewrote our risk rules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2606040" cy="27432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2331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13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commits in 24 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233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one tested in the running app first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2148840"/>
            <a:ext cx="2606040" cy="27432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26880" y="2331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2</a:t>
            </a:r>
            <a:endParaRPr lang="en-US" sz="66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roles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40233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Claude Code builds it; Claude runs inside 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Every step, including what we threw away, is logged in PROCESS.md in the repo.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loop: ask, build, check, show, change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11680" cy="3291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Ask Bahn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fails in real dispatch? What would a dispatcher act on?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2011680" cy="3291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20574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Brief Claude Code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4747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 the brief and the data first, then build the smallest version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2011680" cy="3291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9240" y="20574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Check against the data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4747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 the agent's traces and every proposal, not "done"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06640" y="1828800"/>
            <a:ext cx="2011680" cy="3291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20574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Show it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34747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Q&amp;A, video demo, live link for judges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92640" y="1828800"/>
            <a:ext cx="2011680" cy="329184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921240" y="20574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Change the rules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4747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Fix the data or the tool, not just the prompt; log it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…then back to 1. Five times in 24 hours, once per feedback round.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did what: people and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Photo: Photo"/>
          <p:cNvSpPr/>
          <p:nvPr/>
        </p:nvSpPr>
        <p:spPr>
          <a:xfrm>
            <a:off x="731520" y="1618488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" name="Photo label: Photo"/>
          <p:cNvSpPr txBox="1"/>
          <p:nvPr/>
        </p:nvSpPr>
        <p:spPr>
          <a:xfrm>
            <a:off x="914400" y="17556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Photo</a:t>
            </a:r>
            <a:endParaRPr lang="en-US" sz="1400" dirty="0"/>
          </a:p>
        </p:txBody>
      </p:sp>
      <p:sp>
        <p:nvSpPr>
          <p:cNvPr id="6" name="Team member 1"/>
          <p:cNvSpPr txBox="1"/>
          <p:nvPr/>
        </p:nvSpPr>
        <p:spPr>
          <a:xfrm>
            <a:off x="205740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[Name]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[Role, e.g. questions for Bahn, demo video, testing]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864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Photo: Photo"/>
          <p:cNvSpPr/>
          <p:nvPr/>
        </p:nvSpPr>
        <p:spPr>
          <a:xfrm>
            <a:off x="731520" y="3218688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9" name="Photo label: Photo"/>
          <p:cNvSpPr txBox="1"/>
          <p:nvPr/>
        </p:nvSpPr>
        <p:spPr>
          <a:xfrm>
            <a:off x="914400" y="33558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Photo</a:t>
            </a:r>
            <a:endParaRPr lang="en-US" sz="1400" dirty="0"/>
          </a:p>
        </p:txBody>
      </p:sp>
      <p:sp>
        <p:nvSpPr>
          <p:cNvPr id="10" name="Team member 2"/>
          <p:cNvSpPr txBox="1"/>
          <p:nvPr/>
        </p:nvSpPr>
        <p:spPr>
          <a:xfrm>
            <a:off x="2057400" y="32918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[Name]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[Role, e.g. questions for Bahn, demo video, testing]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54864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2" name="Photo: Photo"/>
          <p:cNvSpPr/>
          <p:nvPr/>
        </p:nvSpPr>
        <p:spPr>
          <a:xfrm>
            <a:off x="731520" y="4818888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3" name="Photo label: Photo"/>
          <p:cNvSpPr txBox="1"/>
          <p:nvPr/>
        </p:nvSpPr>
        <p:spPr>
          <a:xfrm>
            <a:off x="914400" y="49560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Photo</a:t>
            </a:r>
            <a:endParaRPr lang="en-US" sz="1400" dirty="0"/>
          </a:p>
        </p:txBody>
      </p:sp>
      <p:sp>
        <p:nvSpPr>
          <p:cNvPr id="14" name="Team member 3"/>
          <p:cNvSpPr txBox="1"/>
          <p:nvPr/>
        </p:nvSpPr>
        <p:spPr>
          <a:xfrm>
            <a:off x="2057400" y="48920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[Name]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[Role, e.g. questions for Bahn, demo video, testing]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330952" cy="4617720"/>
          </a:xfrm>
          <a:prstGeom prst="roundRect">
            <a:avLst>
              <a:gd name="adj" fmla="val 277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AI on the team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0312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Code (Opus 5.5)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Our builder: read the brief and dataset, wrote and reviewed the code, tested in the browser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Opus 5.5 in the app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Investigates flagged orders and proposes one decision for a person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for Finnish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Translated ~690 interface strings once; cached in the repo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Groq gpt-oss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Our first agent; replaced after rate limits and weak Finnish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651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2"/>
                </a:solidFill>
              </a:rPr>
              <a:t>Five rounds of feedback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we heard each time, and what we changed with AI before the next round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rounds, five changes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0120" y="1965960"/>
            <a:ext cx="10241280" cy="0"/>
          </a:xfrm>
          <a:prstGeom prst="line">
            <a:avLst/>
          </a:prstGeom>
          <a:noFill/>
          <a:ln w="25400">
            <a:solidFill>
              <a:srgbClr val="E2DE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Q&amp;A with Bahn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 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10312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Only abnormal orders should reach a person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2103120" cy="1463040"/>
          </a:xfrm>
          <a:prstGeom prst="roundRect">
            <a:avLst>
              <a:gd name="adj" fmla="val 8750"/>
            </a:avLst>
          </a:prstGeom>
          <a:solidFill>
            <a:schemeClr val="accent6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4617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Retuned: 31 % of orders → 10 orders + 1 banner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Q&amp;A with Bahn 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 person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154680"/>
            <a:ext cx="210312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97180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14 questions answered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4526280"/>
            <a:ext cx="2103120" cy="1463040"/>
          </a:xfrm>
          <a:prstGeom prst="roundRect">
            <a:avLst>
              <a:gd name="adj" fmla="val 8750"/>
            </a:avLst>
          </a:prstGeom>
          <a:solidFill>
            <a:schemeClr val="accent6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971800" y="4617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rewritten: silent driver first, no car-value tiers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Video demo 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judges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3154680"/>
            <a:ext cx="210312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25780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"Still visually heavy"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4526280"/>
            <a:ext cx="2103120" cy="1463040"/>
          </a:xfrm>
          <a:prstGeom prst="roundRect">
            <a:avLst>
              <a:gd name="adj" fmla="val 8750"/>
            </a:avLst>
          </a:prstGeom>
          <a:solidFill>
            <a:schemeClr val="accent6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257800" y="4617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action per order, with a deadline countdown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89520" y="17373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Online Q&amp;A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remote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3154680"/>
            <a:ext cx="210312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54380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[What we heard]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06640" y="4526280"/>
            <a:ext cx="2103120" cy="1463040"/>
          </a:xfrm>
          <a:prstGeom prst="roundRect">
            <a:avLst>
              <a:gd name="adj" fmla="val 8750"/>
            </a:avLst>
          </a:prstGeom>
          <a:solidFill>
            <a:schemeClr val="accent6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543800" y="4617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[What we changed]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87552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875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Video demo 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judges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92640" y="3154680"/>
            <a:ext cx="2103120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82980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"Good improvement"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692640" y="4526280"/>
            <a:ext cx="2103120" cy="1463040"/>
          </a:xfrm>
          <a:prstGeom prst="roundRect">
            <a:avLst>
              <a:gd name="adj" fmla="val 8750"/>
            </a:avLst>
          </a:prstGeom>
          <a:solidFill>
            <a:schemeClr val="accent6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829800" y="4617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 own file, MCP server, filters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 rot="16200000">
            <a:off x="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Heard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 rot="16200000">
            <a:off x="0" y="452628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Changed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 · First Q&amp;A with Bahn: what a dispatcher must not see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75488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we heard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"A person must not be distracted by every decision."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"Start with Finland."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"Judges must be able to clone it and run it."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"Don't clutter it like the sample board."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4023360" cy="475488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we did with 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Claude Code read the brief, the operations notes and the dataset before writing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Chose a zero-dependency Node app: npm install, npm start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Rejected the first tuning: 17 of 54 orders (31 %) went to a person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Now 10 orders plus 1 grouped strike banner; the rest go to the agent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Threw away the starter's board of lanes</a:t>
            </a:r>
            <a:endParaRPr lang="en-US" sz="1500" dirty="0"/>
          </a:p>
        </p:txBody>
      </p:sp>
      <p:sp>
        <p:nvSpPr>
          <p:cNvPr id="9" name="Photo: Q&amp;A with Bahn's rep"/>
          <p:cNvSpPr/>
          <p:nvPr/>
        </p:nvSpPr>
        <p:spPr>
          <a:xfrm>
            <a:off x="8778240" y="1417320"/>
            <a:ext cx="2862072" cy="4754880"/>
          </a:xfrm>
          <a:prstGeom prst="roundRect">
            <a:avLst>
              <a:gd name="adj" fmla="val 383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0" name="Photo label: Q&amp;A with Bahn's rep"/>
          <p:cNvSpPr txBox="1"/>
          <p:nvPr/>
        </p:nvSpPr>
        <p:spPr>
          <a:xfrm>
            <a:off x="8961120" y="3383280"/>
            <a:ext cx="2496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Q&amp;A with Bahn's rep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 · Second Q&amp;A: 14 questions that rewrote our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75488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we heard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"A silent driver who has the car is the worst failure."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"The latest arrival time is soft; repeat lateness matters."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"Every driver is trained for every car."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"Travemünde and winter tyres cause trouble."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"We have no EV winter range data."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"We want to see what we caught and what we missed, weekly."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4023360" cy="475488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we did with 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Removed every car-value rule we had invented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Silent driver: agent asks at 6 h, a person decides at 12 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First late car goes to the agent; repeat-late customers to a person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Added Travemünde and a seasonal winter-tyre rule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Labelled EV range as an estimate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Built the weekly caught-vs-missed report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Re-ran Claude on every proposal the old rules had shaped</a:t>
            </a:r>
            <a:endParaRPr lang="en-US" sz="1500" dirty="0"/>
          </a:p>
        </p:txBody>
      </p:sp>
      <p:sp>
        <p:nvSpPr>
          <p:cNvPr id="9" name="Photo: Asking Bahn our 14 questions"/>
          <p:cNvSpPr/>
          <p:nvPr/>
        </p:nvSpPr>
        <p:spPr>
          <a:xfrm>
            <a:off x="8778240" y="1417320"/>
            <a:ext cx="2862072" cy="4754880"/>
          </a:xfrm>
          <a:prstGeom prst="roundRect">
            <a:avLst>
              <a:gd name="adj" fmla="val 383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0" name="Photo label: Asking Bahn our 14 questions"/>
          <p:cNvSpPr txBox="1"/>
          <p:nvPr/>
        </p:nvSpPr>
        <p:spPr>
          <a:xfrm>
            <a:off x="8961120" y="3383280"/>
            <a:ext cx="2496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Asking Bahn our 14 questions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 · Video demo 1: "still visually heavy"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75488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we heard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"Still quite heavy visually. We want tighter signal to noise."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"The incident rate is around 10–15 %."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4023360" cy="475488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we did with 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Rebuilt the order page around one action panel: deadline countdown, the reason, one decision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Queue sorted by real deadline; the most urgent order is called 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Everything else folds into sections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Back-tested on Bahn's data: 13 of 87 orders (15 %) had a problem, matching their rate</a:t>
            </a:r>
            <a:endParaRPr lang="en-US" sz="1500" dirty="0"/>
          </a:p>
        </p:txBody>
      </p:sp>
      <p:sp>
        <p:nvSpPr>
          <p:cNvPr id="9" name="Photo: Add a still from video 1"/>
          <p:cNvSpPr/>
          <p:nvPr/>
        </p:nvSpPr>
        <p:spPr>
          <a:xfrm>
            <a:off x="8778240" y="1417320"/>
            <a:ext cx="2862072" cy="4754880"/>
          </a:xfrm>
          <a:prstGeom prst="roundRect">
            <a:avLst>
              <a:gd name="adj" fmla="val 383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0" name="Photo label: Add a still from video 1"/>
          <p:cNvSpPr txBox="1"/>
          <p:nvPr/>
        </p:nvSpPr>
        <p:spPr>
          <a:xfrm>
            <a:off x="8961120" y="3383280"/>
            <a:ext cx="2496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a still from video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 · Online Q&amp;A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75488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we heard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[What we asked]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[What we heard]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4023360" cy="475488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we did with 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[What we changed]</a:t>
            </a:r>
            <a:endParaRPr lang="en-US" sz="15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Also changed around this time (move if it came from elsewhere)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Removed made-up ferry lines and quotes from the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Evidence explained in plain words instead of record IDs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Agent answers cut to four short bullet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Deployed to Vercel; also runs with npm start</a:t>
            </a:r>
            <a:endParaRPr lang="en-US" sz="1500" dirty="0"/>
          </a:p>
        </p:txBody>
      </p:sp>
      <p:sp>
        <p:nvSpPr>
          <p:cNvPr id="9" name="Photo: Screenshot of the online Q&amp;A"/>
          <p:cNvSpPr/>
          <p:nvPr/>
        </p:nvSpPr>
        <p:spPr>
          <a:xfrm>
            <a:off x="8778240" y="1417320"/>
            <a:ext cx="2862072" cy="4754880"/>
          </a:xfrm>
          <a:prstGeom prst="roundRect">
            <a:avLst>
              <a:gd name="adj" fmla="val 383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0" name="Photo label: Screenshot of the online Q&amp;A"/>
          <p:cNvSpPr txBox="1"/>
          <p:nvPr/>
        </p:nvSpPr>
        <p:spPr>
          <a:xfrm>
            <a:off x="8961120" y="3383280"/>
            <a:ext cx="2496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Screenshot of the online Q&amp;A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 · Video demo 2: "good improvement"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754880"/>
          </a:xfrm>
          <a:prstGeom prst="roundRect">
            <a:avLst>
              <a:gd name="adj" fmla="val 3500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we heard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"Good improvement! Looking forward to the final submission."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Polite but vague. So we asked ourselves: what would a dispatcher need on Monday?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4023360" cy="475488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we did with 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Score your own file: upload a CSV or JSON export, get lanes and sourced reasons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Wrote synthetic files to break it; a messy export caught 2 bugs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Missing or unknown data now goes to "check the data", never a made-up score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MCP server: Bahn's own AI assistants can call the same scoring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 and sort on the order list</a:t>
            </a:r>
            <a:endParaRPr lang="en-US" sz="1500" dirty="0"/>
          </a:p>
        </p:txBody>
      </p:sp>
      <p:sp>
        <p:nvSpPr>
          <p:cNvPr id="9" name="Photo: Add a still from video 2"/>
          <p:cNvSpPr/>
          <p:nvPr/>
        </p:nvSpPr>
        <p:spPr>
          <a:xfrm>
            <a:off x="8778240" y="1417320"/>
            <a:ext cx="2862072" cy="4754880"/>
          </a:xfrm>
          <a:prstGeom prst="roundRect">
            <a:avLst>
              <a:gd name="adj" fmla="val 383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0" name="Photo label: Add a still from video 2"/>
          <p:cNvSpPr txBox="1"/>
          <p:nvPr/>
        </p:nvSpPr>
        <p:spPr>
          <a:xfrm>
            <a:off x="8961120" y="3383280"/>
            <a:ext cx="2496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a still from video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651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2"/>
                </a:solidFill>
              </a:rPr>
              <a:t>Checking the AI's work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Where we didn't take the first answer, and the habits that caught it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times we didn't take the first answer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31 % of orders to a person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First tuning flooded the queue. Retuned to 10 orders + 1 grouped banner.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691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€113 "ferry" was a train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Our tool dropped a field. We fixed the tool, not the prompt.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691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"12:30" for a 15:30 sailing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agent got UTC times. Every tool now speaks Helsinki time.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41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"Vela Coast Lines"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made-up ferry company in the sample data. All invented operators removed.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2044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40690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4041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 many early catches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091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back-test used today's clock. Honest result: 2 early, 8 on time, 3 missed.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2044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40690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4041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Tampere → Helsinki via Germany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messy test file exposed it. Missing data now goes to "check the data".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we checked what the AI did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the traces, not "Agent finished"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first runs "finished" while failing on rate limits and malformed tool calls.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Reviewed every proposal against the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965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By hand, order by order, before showing anyone.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Tested every live source before building on 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Weather, Finnish and German road feeds; Denmark marked "not connected", not faked.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154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 it the way judges will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Clean clone, npm start, and a local Vercel simulation before deploying.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Merged parallel AI sessions by reading them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Checked each file for both sets of changes, then re-tested.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4709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Scanned for secrets before every commit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keys stay in .env, never in the repo.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agent may do, and what only a person may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agent may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Read the order, messages and driver record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live weather, roads and ferry timetables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Ask the driver or the pickup site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Propose one decision, every fact with its source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Close an order only if no rule needs a person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99632" y="1463040"/>
            <a:ext cx="5440680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28232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Only a person may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22402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Book or change a ferry, train or hotel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Move a date or accept a cost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Swap the driver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Contact the customer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Overrule a rule that asked for a person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Answers to a person: at most four bullet points, every fact with its source.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651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2"/>
                </a:solidFill>
              </a:rPr>
              <a:t>The team in pictures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Planning, building and asking Bahn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Planning</a:t>
            </a:r>
            <a:endParaRPr lang="en-US" sz="3200" dirty="0"/>
          </a:p>
        </p:txBody>
      </p:sp>
      <p:sp>
        <p:nvSpPr>
          <p:cNvPr id="3" name="Photo: Planning wall or whiteboard"/>
          <p:cNvSpPr/>
          <p:nvPr/>
        </p:nvSpPr>
        <p:spPr>
          <a:xfrm>
            <a:off x="548640" y="1417320"/>
            <a:ext cx="694944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4" name="Photo label: Planning wall or whiteboard"/>
          <p:cNvSpPr txBox="1"/>
          <p:nvPr/>
        </p:nvSpPr>
        <p:spPr>
          <a:xfrm>
            <a:off x="731520" y="33604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Planning wall or whiteboard</a:t>
            </a:r>
            <a:endParaRPr lang="en-US" sz="1400" dirty="0"/>
          </a:p>
        </p:txBody>
      </p:sp>
      <p:sp>
        <p:nvSpPr>
          <p:cNvPr id="5" name="Photo: First sketch of the control room"/>
          <p:cNvSpPr/>
          <p:nvPr/>
        </p:nvSpPr>
        <p:spPr>
          <a:xfrm>
            <a:off x="7726680" y="1417320"/>
            <a:ext cx="391363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6" name="Photo label: First sketch of the control room"/>
          <p:cNvSpPr txBox="1"/>
          <p:nvPr/>
        </p:nvSpPr>
        <p:spPr>
          <a:xfrm>
            <a:off x="7909560" y="2125980"/>
            <a:ext cx="3547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First sketch of the control room</a:t>
            </a:r>
            <a:endParaRPr lang="en-US" sz="1400" dirty="0"/>
          </a:p>
        </p:txBody>
      </p:sp>
      <p:sp>
        <p:nvSpPr>
          <p:cNvPr id="7" name="Photo: Writing our questions for Bahn"/>
          <p:cNvSpPr/>
          <p:nvPr/>
        </p:nvSpPr>
        <p:spPr>
          <a:xfrm>
            <a:off x="7726680" y="3886200"/>
            <a:ext cx="391363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8" name="Photo label: Writing our questions for Bahn"/>
          <p:cNvSpPr txBox="1"/>
          <p:nvPr/>
        </p:nvSpPr>
        <p:spPr>
          <a:xfrm>
            <a:off x="7909560" y="4594860"/>
            <a:ext cx="3547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Writing our questions for Bahn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Teamwork</a:t>
            </a:r>
            <a:endParaRPr lang="en-US" sz="3200" dirty="0"/>
          </a:p>
        </p:txBody>
      </p:sp>
      <p:sp>
        <p:nvSpPr>
          <p:cNvPr id="3" name="Photo: Q&amp;A with Bahn's rep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4" name="Photo label: Q&amp;A with Bahn's rep"/>
          <p:cNvSpPr txBox="1"/>
          <p:nvPr/>
        </p:nvSpPr>
        <p:spPr>
          <a:xfrm>
            <a:off x="731520" y="212598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Q&amp;A with Bahn's rep</a:t>
            </a:r>
            <a:endParaRPr lang="en-US" sz="1400" dirty="0"/>
          </a:p>
        </p:txBody>
      </p:sp>
      <p:sp>
        <p:nvSpPr>
          <p:cNvPr id="5" name="Photo: Building with Claude Code"/>
          <p:cNvSpPr/>
          <p:nvPr/>
        </p:nvSpPr>
        <p:spPr>
          <a:xfrm>
            <a:off x="6199632" y="141732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6" name="Photo label: Building with Claude Code"/>
          <p:cNvSpPr txBox="1"/>
          <p:nvPr/>
        </p:nvSpPr>
        <p:spPr>
          <a:xfrm>
            <a:off x="6382512" y="212598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Building with Claude Code</a:t>
            </a:r>
            <a:endParaRPr lang="en-US" sz="1400" dirty="0"/>
          </a:p>
        </p:txBody>
      </p:sp>
      <p:sp>
        <p:nvSpPr>
          <p:cNvPr id="7" name="Photo: Recording the demo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8" name="Photo label: Recording the demo"/>
          <p:cNvSpPr txBox="1"/>
          <p:nvPr/>
        </p:nvSpPr>
        <p:spPr>
          <a:xfrm>
            <a:off x="731520" y="45491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Recording the demo</a:t>
            </a:r>
            <a:endParaRPr lang="en-US" sz="1400" dirty="0"/>
          </a:p>
        </p:txBody>
      </p:sp>
      <p:sp>
        <p:nvSpPr>
          <p:cNvPr id="9" name="Photo: [Your caption]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0" name="Photo label: [Your caption]"/>
          <p:cNvSpPr txBox="1"/>
          <p:nvPr/>
        </p:nvSpPr>
        <p:spPr>
          <a:xfrm>
            <a:off x="6382512" y="45491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[Your caption]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Moments from the weekend</a:t>
            </a:r>
            <a:endParaRPr lang="en-US" sz="3200" dirty="0"/>
          </a:p>
        </p:txBody>
      </p:sp>
      <p:sp>
        <p:nvSpPr>
          <p:cNvPr id="3" name="Photo: [Caption]"/>
          <p:cNvSpPr/>
          <p:nvPr/>
        </p:nvSpPr>
        <p:spPr>
          <a:xfrm>
            <a:off x="548640" y="141732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4" name="Photo label: [Caption]"/>
          <p:cNvSpPr txBox="1"/>
          <p:nvPr/>
        </p:nvSpPr>
        <p:spPr>
          <a:xfrm>
            <a:off x="731520" y="30175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[Caption]</a:t>
            </a:r>
            <a:endParaRPr lang="en-US" sz="1400" dirty="0"/>
          </a:p>
        </p:txBody>
      </p:sp>
      <p:sp>
        <p:nvSpPr>
          <p:cNvPr id="5" name="Photo: [Caption]"/>
          <p:cNvSpPr/>
          <p:nvPr/>
        </p:nvSpPr>
        <p:spPr>
          <a:xfrm>
            <a:off x="4297680" y="141732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6" name="Photo label: [Caption]"/>
          <p:cNvSpPr txBox="1"/>
          <p:nvPr/>
        </p:nvSpPr>
        <p:spPr>
          <a:xfrm>
            <a:off x="4480560" y="30175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[Caption]</a:t>
            </a:r>
            <a:endParaRPr lang="en-US" sz="1400" dirty="0"/>
          </a:p>
        </p:txBody>
      </p:sp>
      <p:sp>
        <p:nvSpPr>
          <p:cNvPr id="7" name="Photo: [Caption]"/>
          <p:cNvSpPr/>
          <p:nvPr/>
        </p:nvSpPr>
        <p:spPr>
          <a:xfrm>
            <a:off x="8046720" y="141732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8" name="Photo label: [Caption]"/>
          <p:cNvSpPr txBox="1"/>
          <p:nvPr/>
        </p:nvSpPr>
        <p:spPr>
          <a:xfrm>
            <a:off x="8229600" y="30175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[Caption]</a:t>
            </a:r>
            <a:endParaRPr lang="en-US" sz="1400" dirty="0"/>
          </a:p>
        </p:txBody>
      </p:sp>
      <p:sp>
        <p:nvSpPr>
          <p:cNvPr id="9" name="Photo caption line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[One line about these photos]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learned about working with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Ask the company, not the 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Fourteen answers from Bahn changed more of our rules than any prompt did.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38404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Fix the tool, not the prompt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749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Wrong or missing data makes the AI confidently wrong. We fixed the input.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38404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Read what the AI did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749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Traces, proposals and diffs, every time. "Done" is not a test.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Live: bahndesk.vercel.app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Code: github.com/tommy2006/bahndesk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Full log: PROCESS.md</a:t>
            </a:r>
            <a:endParaRPr lang="en-US" sz="1800" dirty="0"/>
          </a:p>
        </p:txBody>
      </p:sp>
      <p:sp>
        <p:nvSpPr>
          <p:cNvPr id="4" name="Photo: Team photo at the finish"/>
          <p:cNvSpPr/>
          <p:nvPr/>
        </p:nvSpPr>
        <p:spPr>
          <a:xfrm>
            <a:off x="7315200" y="822960"/>
            <a:ext cx="4206240" cy="52120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" name="Photo label: Team photo at the finish"/>
          <p:cNvSpPr txBox="1"/>
          <p:nvPr/>
        </p:nvSpPr>
        <p:spPr>
          <a:xfrm>
            <a:off x="7498080" y="3017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+ Add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 photo at the finish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hn Control Room">
  <a:themeElements>
    <a:clrScheme name="Bahn Control Room">
      <a:dk1>
        <a:srgbClr val="12110E"/>
      </a:dk1>
      <a:lt1>
        <a:srgbClr val="FFFFFF"/>
      </a:lt1>
      <a:dk2>
        <a:srgbClr val="2A2721"/>
      </a:dk2>
      <a:lt2>
        <a:srgbClr val="FFFEF7"/>
      </a:lt2>
      <a:accent1>
        <a:srgbClr val="B23A22"/>
      </a:accent1>
      <a:accent2>
        <a:srgbClr val="165038"/>
      </a:accent2>
      <a:accent3>
        <a:srgbClr val="96620C"/>
      </a:accent3>
      <a:accent4>
        <a:srgbClr val="E2DED4"/>
      </a:accent4>
      <a:accent5>
        <a:srgbClr val="8A7F6B"/>
      </a:accent5>
      <a:accent6>
        <a:srgbClr val="F6F3EA"/>
      </a:accent6>
      <a:hlink>
        <a:srgbClr val="165038"/>
      </a:hlink>
      <a:folHlink>
        <a:srgbClr val="8A7F6B"/>
      </a:folHlink>
    </a:clrScheme>
    <a:fontScheme name="Bahn Control Ro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worked with AI</dc:title>
  <dc:subject>Bahn Control Room, Aaltoes Prompt Operations Hackathon 2026</dc:subject>
  <dc:creator>Bahn Control Room team</dc:creator>
  <cp:lastModifiedBy>Bahn Control Room team</cp:lastModifiedBy>
  <cp:revision>1</cp:revision>
  <dcterms:created xsi:type="dcterms:W3CDTF">2026-10-25T11:31:02Z</dcterms:created>
  <dcterms:modified xsi:type="dcterms:W3CDTF">2026-10-25T11:31:02Z</dcterms:modified>
</cp:coreProperties>
</file>